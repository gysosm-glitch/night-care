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[0:00–0:10] 안녕하세요. 저희는 밤늦게 혼자 귀가하는 충북대생을 위한 '밤길 지킴이'를 만들었습니다. 오른쪽 QR로 지금 바로 써 보실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[0:10–0:30] 밤에 집에 가는 학생에게는 세 가지 순간이 있습니다. 출발 전엔 '걸어가도 될까', 걷는 중 불안할 땐 '지금 뭘 해야 하지', 그리고 미리 동행을 부르고 싶을 때. 각 순간마다 에이전트가 다르게 답하도록 설계했습니다.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[0:30–1:00] 도구는 10개를 만들었습니다. 판단, 안전시설, 위급, 귀가, 동행 다섯 묶음입니다. 지구대와 119는 공공데이터포털의 실제 데이터라 전화번호와 주소가 진짜입니다. 원칙은 오른쪽 여섯 가지 — 숫자는 추측하지 않고, 저장 전엔 꼭 확인받고, 위급하면 112가 먼저입니다. 그럼 바로 시연하겠습니다.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(브라우저로 전환) 세 장면을 보여 드리겠습니다. 질문은 슬라이드 그대로 복사해 입력합니다. 질문 사이에는 설명을 넣어 20초 정도 간격을 둡니다 — 무료 API가 분당 토큰 한도가 있어서입니다. 발표 직전: share.streamlit.io에서 Reboot app 하면 안심귀가 번호가 E1부터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[1:00–1:45] 첫 질문을 입력합니다. 에이전트가 위험도 → 경로 → 택시비 순으로 도구를 이어 부릅니다. (🔧 펼치기) 82점은 LLM이 지어낸 게 아니라 시간대·가로등·CCTV로 계산한 값입니다. 막차가 끊겼으니 택시 9,400원을 추천하고, 걸어간다면 들를 수 있는 실제 사창 지구대도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[1:45–2:20] 이번엔 위급 상황입니다. 같은 사창동인데, '따라오는 것 같다'고 하면 위험도 분석을 건너뛰고 도구 하나만 부릅니다. 첫 줄이 '112에 전화하세요'이고, 말하기 어려울 때 바로 보낼 112 문자 문구까지 만들어 줍니다. (사이드바 가리키며) 화면엔 언제나 112 전화·문자 버튼이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[2:20–2:55] 마지막은 안심귀가 신청입니다. 에이전트는 바로 저장하지 않고 내용을 요약해 확인을 받습니다. '응'이라고 해야 저장됩니다. 신청하면 목적지의 실제 관할 지구대와, 만났을 때 요원을 확인하는 방법을 알려 줍니다. 실제 서비스라면 경찰과 연계되지만 지금은 데모라서, 그 점도 화면에 솔직하게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[2:55–3:00] 정리하면, 밤길 지킴이는 질문 한 번으로 집 앞까지 함께합니다. 질문 받겠습니다. (교수님이 도구를 지목하면 담당 팀원이 코드 설명)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572000" cy="45720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5029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도구 호출 에이전트 · 최종 발표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0116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밤길 지킴이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5DC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한 번으로, 집 앞까지.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밤늦게 혼자 귀가하는 충북대생을 위한 안심 귀가 에이전트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팀원: 멤버 A · 멤버 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732520" y="3246120"/>
            <a:ext cx="2926080" cy="324612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3429000"/>
            <a:ext cx="2377440" cy="2377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32520" y="5897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직접 써 보기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11시, 혼자 집에 가는 세 가지 순간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사용자: 캠퍼스 근처에 혼자 사는 충북대생 · 지치고 불안한 상태로 휴대폰을 봄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2412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0:10 – 0:30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57400"/>
            <a:ext cx="777240" cy="777240"/>
          </a:xfrm>
          <a:prstGeom prst="ellipse">
            <a:avLst/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251710"/>
            <a:ext cx="388620" cy="3886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 전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3D5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"사창동까지 걸어가도 돼?"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· 막차 · 택시비를 확인해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도보/버스/택시/동행 중 하나를 추천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2057400"/>
            <a:ext cx="777240" cy="7772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2251710"/>
            <a:ext cx="388620" cy="3886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1772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걷는 중, 불안할 때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"누가 따라오는 것 같아"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분석은 생략.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112 · 가까운 지구대 · 112 문자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046720" y="178308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66760" y="2057400"/>
            <a:ext cx="777240" cy="77724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2251710"/>
            <a:ext cx="388620" cy="3886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6676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계획할 때</a:t>
            </a:r>
            <a:endParaRPr lang="en-US" sz="21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9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"내일 밤 안심귀가 신청해 줘"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후 저장, 관할 지구대 연계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귀가 기록과 도착 확인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여러 앱을 오가며 찾던 걸, 채팅 한 번으로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10개 + 안전 설계 원칙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판단만 하고, 사실은 전부 도구가 계산·조회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2412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0:30 – 1:00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749808"/>
          </a:xfrm>
          <a:prstGeom prst="roundRect">
            <a:avLst>
              <a:gd name="adj" fmla="val 1219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10512"/>
            <a:ext cx="512064" cy="512064"/>
          </a:xfrm>
          <a:prstGeom prst="ellipse">
            <a:avLst/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69164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514600" y="1691640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estimate_walk_risk · get_route · estimate_taxi_cost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6675120" cy="749808"/>
          </a:xfrm>
          <a:prstGeom prst="roundRect">
            <a:avLst>
              <a:gd name="adj" fmla="val 1219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2706624"/>
            <a:ext cx="512064" cy="512064"/>
          </a:xfrm>
          <a:prstGeom prst="ellipse">
            <a:avLst/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71600" y="2587752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안전시설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2514600" y="2587752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find_safe_spots  (실제 지구대 4 · 119 1)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3483864"/>
            <a:ext cx="6675120" cy="749808"/>
          </a:xfrm>
          <a:prstGeom prst="roundRect">
            <a:avLst>
              <a:gd name="adj" fmla="val 1219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3232" y="3602736"/>
            <a:ext cx="512064" cy="512064"/>
          </a:xfrm>
          <a:prstGeom prst="ellipse">
            <a:avLst/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30752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371600" y="3483864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2514600" y="3483864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get_emergency_guide  (112 문자 문구)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4379976"/>
            <a:ext cx="6675120" cy="749808"/>
          </a:xfrm>
          <a:prstGeom prst="roundRect">
            <a:avLst>
              <a:gd name="adj" fmla="val 1219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13232" y="4498848"/>
            <a:ext cx="512064" cy="512064"/>
          </a:xfrm>
          <a:prstGeom prst="ellipse">
            <a:avLst/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626864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71600" y="4379976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귀가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2514600" y="4379976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start_trip · check_arrival  (보호자 메시지)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48640" y="5276088"/>
            <a:ext cx="6675120" cy="749808"/>
          </a:xfrm>
          <a:prstGeom prst="roundRect">
            <a:avLst>
              <a:gd name="adj" fmla="val 1219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13232" y="5394960"/>
            <a:ext cx="512064" cy="512064"/>
          </a:xfrm>
          <a:prstGeom prst="ellipse">
            <a:avLst/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522976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371600" y="5276088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동행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2514600" y="5276088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request_escort · get_escort_info  (경찰 연계)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7543800" y="1691640"/>
            <a:ext cx="4069080" cy="4315968"/>
          </a:xfrm>
          <a:prstGeom prst="roundRect">
            <a:avLst>
              <a:gd name="adj" fmla="val 2697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863840" y="1874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설계 원칙</a:t>
            </a:r>
            <a:endParaRPr lang="en-US" sz="1800" dirty="0"/>
          </a:p>
        </p:txBody>
      </p:sp>
      <p:sp>
        <p:nvSpPr>
          <p:cNvPr id="33" name="Text 26"/>
          <p:cNvSpPr txBox="1"/>
          <p:nvPr/>
        </p:nvSpPr>
        <p:spPr>
          <a:xfrm>
            <a:off x="7863840" y="2468880"/>
            <a:ext cx="3566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추측 금지, 전부 도구로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공공데이터 (지구대·119)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전에 반드시 "응" 확인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위급하면 분석보다 112가 먼저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동행은 관할 지구대와 연계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데모는 데모라고 솔직하게</a:t>
            </a:r>
            <a:endParaRPr lang="en-US" sz="155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6217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calculate (기본 제공) · Groq gpt-oss-120b · Streamlit · 테스트 124개 통과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보여 드리겠습니다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2412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2436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 – 3:00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48840"/>
            <a:ext cx="594360" cy="5943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011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걸어가도 될까?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3~4개 연속 → 택시 추천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05740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66360" y="20574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밤 11시 10분인데 사창동까지 걸어가도 괜찮을까?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561320" y="20574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474720"/>
            <a:ext cx="594360" cy="5943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74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37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따라와요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794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생략 → 112 + 지구대 + 문자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33832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66360" y="33832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23:30이고 사창동인데 누가 따라오는 것 같아 무서워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561320" y="338328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35초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800600"/>
            <a:ext cx="594360" cy="5943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800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안심귀가 + 경찰 연계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5120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후 저장 → 관할 지구대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83480" y="4709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66360" y="47091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밤 11시에 정문에서 사창동까지 안심귀가 신청해 줘  →  응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0561320" y="470916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40초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035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night-care-pmsmcjwb9s3pgpbcsa73jd.streamlit.app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6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사이 20초는 설명 (무료 API 분당 한도 대비)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걸어가도 될까?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이어 불러 숫자를 모으고, 마지막엔 추천 하나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2412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 – 1:45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600200"/>
            <a:ext cx="6949440" cy="566928"/>
          </a:xfrm>
          <a:prstGeom prst="roundRect">
            <a:avLst>
              <a:gd name="adj" fmla="val 29032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6002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밤 11시 10분인데 사창동까지 걸어가도 괜찮을까?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estimate_walk_risk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8620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82점 · 높음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02152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get_route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28620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막차 22:30 · 이미 끊김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4231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1072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estimate_taxi_cost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91072" y="28620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 · 9,400원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5400" y="24231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9992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find_safe_spots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9992" y="28620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사창 지구대 24시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768096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657600"/>
            <a:ext cx="7223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택시를 추천해요.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걸어가면 위험도 82점(높음): 심야 · 가로등 60% · CCTV 5대 · 인적 드묾 · 도보 40분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막차(22:30)는 끊겼고, 택시는 약 9,400원 (심야 할증 포함)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걸어간다면: 사창 지구대 043-251-1703 (24시)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503920" y="3520440"/>
            <a:ext cx="3108960" cy="2011680"/>
          </a:xfrm>
          <a:prstGeom prst="roundRect">
            <a:avLst>
              <a:gd name="adj" fmla="val 5455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3252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 보여줄 것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732520" y="4114800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위 🔧 펼치기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= 도구 결과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줄 = 추천 하나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라이브가 안 되면 이 화면으로 설명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누가 따라와요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위급할 땐 분석을 건너뛰고, 첫 줄에 112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2412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1:45 – 2:20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600200"/>
            <a:ext cx="6949440" cy="566928"/>
          </a:xfrm>
          <a:prstGeom prst="roundRect">
            <a:avLst>
              <a:gd name="adj" fmla="val 29032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6002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23:30이고 사창동인데 누가 따라오는 것 같아 무서워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get_emergency_guide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8620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1개만 · 위험도 분석 생략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7680960" cy="2697480"/>
          </a:xfrm>
          <a:prstGeom prst="roundRect">
            <a:avLst>
              <a:gd name="adj" fmla="val 4068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61188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🚨 지금 바로 112에 전화하세요.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밝고 사람 많은 큰길·가게로 이동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말하기 어려우면 112로 문자 신고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가까운 사창 지구대 043-251-1703 · 서원구 1순환로 690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5303520"/>
            <a:ext cx="7132320" cy="685800"/>
          </a:xfrm>
          <a:prstGeom prst="roundRect">
            <a:avLst>
              <a:gd name="adj" fmla="val 10667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30352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[긴급] 청주시 사창동 부근, 23:30. 누군가 따라오는 것 같아요. 도와주세요.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03920" y="3474720"/>
            <a:ext cx="3108960" cy="2697480"/>
          </a:xfrm>
          <a:prstGeom prst="roundRect">
            <a:avLst>
              <a:gd name="adj" fmla="val 4068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3252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 보여줄 것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732520" y="4114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줄이 112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복사용 112 문자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 112 버튼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라이브가 안 되면 이 화면으로 설명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안심귀가 신청 + 경찰 연계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전에 꼭 확인받고, 관할 지구대와 요원 확인법까지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2412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2:20 – 3:00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12080" y="1554480"/>
            <a:ext cx="6400800" cy="566928"/>
          </a:xfrm>
          <a:prstGeom prst="roundRect">
            <a:avLst>
              <a:gd name="adj" fmla="val 29032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40680" y="155448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밤 11시에 정문에서 사창동까지 안심귀가 신청해 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사창동 · 10/2 23:00 · 충북대 정문 — 신청할까요?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0" y="2240280"/>
            <a:ext cx="1097280" cy="566928"/>
          </a:xfrm>
          <a:prstGeom prst="roundRect">
            <a:avLst>
              <a:gd name="adj" fmla="val 29032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44200" y="22402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108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request_escort(confirmed=true)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45643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번호 E1 · 관할 사창 지구대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7680960" cy="1828800"/>
          </a:xfrm>
          <a:prstGeom prst="roundRect">
            <a:avLst>
              <a:gd name="adj" fmla="val 6000"/>
            </a:avLst>
          </a:prstGeom>
          <a:solidFill>
            <a:srgbClr val="E3F4EC"/>
          </a:solidFill>
          <a:ln w="12700">
            <a:solidFill>
              <a:srgbClr val="E3F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16052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9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신청 완료 E1 · 관할 사창 지구대 043-251-1703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만나면: 요원이 먼저 E1을 말하는지 · 요원의 사진 신분증 확인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2인 1조가 아니거나 의심되면 → 112 또는 관할 지구대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(데모: 실제 지구대로 전달되지는 않음)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03920" y="3017520"/>
            <a:ext cx="3108960" cy="2834640"/>
          </a:xfrm>
          <a:prstGeom prst="roundRect">
            <a:avLst>
              <a:gd name="adj" fmla="val 3871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 보여줄 것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32520" y="365760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"응" 전엔 저장 안 됨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지구대 = 실제 데이터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요원 확인법 안내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데모라고 솔직히 표시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라이브가 안 되면 이 화면으로 설명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한 번으로, 집 앞까지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77440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2331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 전엔 추천, 위급할 땐 112부터</a:t>
            </a:r>
            <a:endParaRPr lang="en-US" sz="1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035808"/>
            <a:ext cx="347472" cy="3474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9900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지구대·119는 실제 공공데이터</a:t>
            </a:r>
            <a:endParaRPr lang="en-US" sz="19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94176"/>
            <a:ext cx="347472" cy="34747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0160" y="3648456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전 확인 · 동행은 경찰 연계</a:t>
            </a:r>
            <a:endParaRPr lang="en-US" sz="19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352544"/>
            <a:ext cx="347472" cy="34747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280160" y="430682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3E8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10개 · 테스트 124개 통과</a:t>
            </a:r>
            <a:endParaRPr lang="en-US" sz="1900" dirty="0"/>
          </a:p>
        </p:txBody>
      </p:sp>
      <p:sp>
        <p:nvSpPr>
          <p:cNvPr id="12" name="Shape 6"/>
          <p:cNvSpPr/>
          <p:nvPr/>
        </p:nvSpPr>
        <p:spPr>
          <a:xfrm>
            <a:off x="8732520" y="1097280"/>
            <a:ext cx="2926080" cy="356616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325880"/>
            <a:ext cx="2377440" cy="23774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73252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2600" dirty="0"/>
          </a:p>
        </p:txBody>
      </p:sp>
      <p:sp>
        <p:nvSpPr>
          <p:cNvPr id="15" name="Text 8"/>
          <p:cNvSpPr txBox="1"/>
          <p:nvPr/>
        </p:nvSpPr>
        <p:spPr>
          <a:xfrm>
            <a:off x="731520" y="5349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night-care-pmsmcjwb9s3pgpbcsa73jd.streamlit.app</a:t>
            </a:r>
            <a:endParaRPr lang="en-US" sz="1300" dirty="0"/>
          </a:p>
        </p:txBody>
      </p:sp>
      <p:sp>
        <p:nvSpPr>
          <p:cNvPr id="16" name="Text 9"/>
          <p:cNvSpPr txBox="1"/>
          <p:nvPr/>
        </p:nvSpPr>
        <p:spPr>
          <a:xfrm>
            <a:off x="731520" y="5669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github.com/gysosm-glitch/night-care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73152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6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데이터: 공공데이터포털 (충북경찰청 지구대·파출소 2026-08-03, 소방청 119안전센터 2026-07-01) · 경로·요금·안심귀가는 가상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밤길 지킴이 - 최종 발표</dc:title>
  <dc:subject>PptxGenJS Presentation</dc:subject>
  <dc:creator>PptxGenJS</dc:creator>
  <cp:lastModifiedBy>PptxGenJS</cp:lastModifiedBy>
  <cp:revision>1</cp:revision>
  <dcterms:created xsi:type="dcterms:W3CDTF">2026-10-01T07:28:23Z</dcterms:created>
  <dcterms:modified xsi:type="dcterms:W3CDTF">2026-10-01T07:28:23Z</dcterms:modified>
</cp:coreProperties>
</file>